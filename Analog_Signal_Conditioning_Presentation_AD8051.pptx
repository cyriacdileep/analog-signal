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AEB10-014B-4E11-8667-3CD7773E6458}" v="15" dt="2026-06-28T15:54:17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4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8DC6C-427C-49A8-83D7-6451583ADDE0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0758B6-FFB6-4A1A-B0B5-356793D672F3}">
      <dgm:prSet/>
      <dgm:spPr/>
      <dgm:t>
        <a:bodyPr/>
        <a:lstStyle/>
        <a:p>
          <a:r>
            <a:rPr lang="en-US"/>
            <a:t>Design a non-inverting amplifier (Gain = 10).</a:t>
          </a:r>
        </a:p>
      </dgm:t>
    </dgm:pt>
    <dgm:pt modelId="{0310BCA1-D412-4622-B421-49EB36F23272}" type="parTrans" cxnId="{D1E8ECA1-0E3C-4750-844D-43A3869262C0}">
      <dgm:prSet/>
      <dgm:spPr/>
      <dgm:t>
        <a:bodyPr/>
        <a:lstStyle/>
        <a:p>
          <a:endParaRPr lang="en-US"/>
        </a:p>
      </dgm:t>
    </dgm:pt>
    <dgm:pt modelId="{990645BB-B5B2-4656-A976-78C64AD43889}" type="sibTrans" cxnId="{D1E8ECA1-0E3C-4750-844D-43A3869262C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1A343BD-9EAF-4E35-902F-4DE3544D1B8F}">
      <dgm:prSet/>
      <dgm:spPr/>
      <dgm:t>
        <a:bodyPr/>
        <a:lstStyle/>
        <a:p>
          <a:r>
            <a:rPr lang="en-US"/>
            <a:t>Design an RC low-pass filter with cutoff frequency ≈ 1 kHz.</a:t>
          </a:r>
        </a:p>
      </dgm:t>
    </dgm:pt>
    <dgm:pt modelId="{2382BB59-0392-4E55-9F68-611DFC302F2B}" type="parTrans" cxnId="{9C5D3E66-5281-46BA-8EAB-4CAE8B95A514}">
      <dgm:prSet/>
      <dgm:spPr/>
      <dgm:t>
        <a:bodyPr/>
        <a:lstStyle/>
        <a:p>
          <a:endParaRPr lang="en-US"/>
        </a:p>
      </dgm:t>
    </dgm:pt>
    <dgm:pt modelId="{D7F7565B-1E1D-40C3-B489-D6EF9166D8C7}" type="sibTrans" cxnId="{9C5D3E66-5281-46BA-8EAB-4CAE8B95A51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FF27175-D878-4E75-9567-AF59133AF37D}">
      <dgm:prSet/>
      <dgm:spPr/>
      <dgm:t>
        <a:bodyPr/>
        <a:lstStyle/>
        <a:p>
          <a:r>
            <a:rPr lang="en-US"/>
            <a:t>Integrate amplifier and filter into a complete signal chain.</a:t>
          </a:r>
        </a:p>
      </dgm:t>
    </dgm:pt>
    <dgm:pt modelId="{82169CBF-9378-4085-9B29-E2F5DFE03806}" type="parTrans" cxnId="{E044256E-64AD-4AA3-BE53-DBC1ECA6D665}">
      <dgm:prSet/>
      <dgm:spPr/>
      <dgm:t>
        <a:bodyPr/>
        <a:lstStyle/>
        <a:p>
          <a:endParaRPr lang="en-US"/>
        </a:p>
      </dgm:t>
    </dgm:pt>
    <dgm:pt modelId="{9A5820BE-67DE-4AB2-9A7E-8A55D57C072E}" type="sibTrans" cxnId="{E044256E-64AD-4AA3-BE53-DBC1ECA6D66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83E8996-0F09-4C9F-9897-12CBD0A7C96A}">
      <dgm:prSet/>
      <dgm:spPr/>
      <dgm:t>
        <a:bodyPr/>
        <a:lstStyle/>
        <a:p>
          <a:r>
            <a:rPr lang="en-US"/>
            <a:t>Verify the design using LTspice transient and AC simulations.</a:t>
          </a:r>
        </a:p>
      </dgm:t>
    </dgm:pt>
    <dgm:pt modelId="{410F08DB-F392-4889-97E5-44B729F2AC81}" type="parTrans" cxnId="{4AC77F55-217A-4EA6-9A7A-A19F300B6121}">
      <dgm:prSet/>
      <dgm:spPr/>
      <dgm:t>
        <a:bodyPr/>
        <a:lstStyle/>
        <a:p>
          <a:endParaRPr lang="en-US"/>
        </a:p>
      </dgm:t>
    </dgm:pt>
    <dgm:pt modelId="{E047DA82-1156-4998-9005-F112D1308382}" type="sibTrans" cxnId="{4AC77F55-217A-4EA6-9A7A-A19F300B612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8C08B97-431A-4D8E-9D0D-761F4A01A394}" type="pres">
      <dgm:prSet presAssocID="{9EE8DC6C-427C-49A8-83D7-6451583ADDE0}" presName="linearFlow" presStyleCnt="0">
        <dgm:presLayoutVars>
          <dgm:dir/>
          <dgm:animLvl val="lvl"/>
          <dgm:resizeHandles val="exact"/>
        </dgm:presLayoutVars>
      </dgm:prSet>
      <dgm:spPr/>
    </dgm:pt>
    <dgm:pt modelId="{00BB3004-EB84-478F-9F97-F4106DD5651C}" type="pres">
      <dgm:prSet presAssocID="{040758B6-FFB6-4A1A-B0B5-356793D672F3}" presName="compositeNode" presStyleCnt="0"/>
      <dgm:spPr/>
    </dgm:pt>
    <dgm:pt modelId="{D80AAA9A-2BA7-4198-8B69-DEFD0B4778BA}" type="pres">
      <dgm:prSet presAssocID="{040758B6-FFB6-4A1A-B0B5-356793D672F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57108F8-C4CD-41AA-A94B-17443D17F1C3}" type="pres">
      <dgm:prSet presAssocID="{040758B6-FFB6-4A1A-B0B5-356793D672F3}" presName="parSh" presStyleCnt="0"/>
      <dgm:spPr/>
    </dgm:pt>
    <dgm:pt modelId="{FDDAABB6-AFB9-4AA0-BF6F-017D8D5AA53F}" type="pres">
      <dgm:prSet presAssocID="{040758B6-FFB6-4A1A-B0B5-356793D672F3}" presName="lineNode" presStyleLbl="alignAccFollowNode1" presStyleIdx="0" presStyleCnt="12"/>
      <dgm:spPr/>
    </dgm:pt>
    <dgm:pt modelId="{DD22FF1B-B610-404A-BA7F-FAB207604654}" type="pres">
      <dgm:prSet presAssocID="{040758B6-FFB6-4A1A-B0B5-356793D672F3}" presName="lineArrowNode" presStyleLbl="alignAccFollowNode1" presStyleIdx="1" presStyleCnt="12"/>
      <dgm:spPr/>
    </dgm:pt>
    <dgm:pt modelId="{6DC31764-E9EB-4EBB-8F53-02EA12EE9D8A}" type="pres">
      <dgm:prSet presAssocID="{990645BB-B5B2-4656-A976-78C64AD43889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7169D03A-4F74-4341-BD1F-291E6E4EB5B7}" type="pres">
      <dgm:prSet presAssocID="{990645BB-B5B2-4656-A976-78C64AD43889}" presName="spacerBetweenCircleAndCallout" presStyleCnt="0">
        <dgm:presLayoutVars/>
      </dgm:prSet>
      <dgm:spPr/>
    </dgm:pt>
    <dgm:pt modelId="{4A731043-A602-4793-97EA-7FDC535E4A7B}" type="pres">
      <dgm:prSet presAssocID="{040758B6-FFB6-4A1A-B0B5-356793D672F3}" presName="nodeText" presStyleLbl="alignAccFollowNode1" presStyleIdx="2" presStyleCnt="12">
        <dgm:presLayoutVars>
          <dgm:bulletEnabled val="1"/>
        </dgm:presLayoutVars>
      </dgm:prSet>
      <dgm:spPr/>
    </dgm:pt>
    <dgm:pt modelId="{FE113062-A524-4E27-BC8D-41F619E042CE}" type="pres">
      <dgm:prSet presAssocID="{990645BB-B5B2-4656-A976-78C64AD43889}" presName="sibTransComposite" presStyleCnt="0"/>
      <dgm:spPr/>
    </dgm:pt>
    <dgm:pt modelId="{F3131980-78EA-46ED-8BB4-B78F5D3F0BB8}" type="pres">
      <dgm:prSet presAssocID="{61A343BD-9EAF-4E35-902F-4DE3544D1B8F}" presName="compositeNode" presStyleCnt="0"/>
      <dgm:spPr/>
    </dgm:pt>
    <dgm:pt modelId="{FEED80D4-EF47-47C6-8FF5-8BCC7F263932}" type="pres">
      <dgm:prSet presAssocID="{61A343BD-9EAF-4E35-902F-4DE3544D1B8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D740CFB-2686-45E2-B65A-586361666027}" type="pres">
      <dgm:prSet presAssocID="{61A343BD-9EAF-4E35-902F-4DE3544D1B8F}" presName="parSh" presStyleCnt="0"/>
      <dgm:spPr/>
    </dgm:pt>
    <dgm:pt modelId="{8A282B9C-2D57-4149-A570-78A6A184FA94}" type="pres">
      <dgm:prSet presAssocID="{61A343BD-9EAF-4E35-902F-4DE3544D1B8F}" presName="lineNode" presStyleLbl="alignAccFollowNode1" presStyleIdx="3" presStyleCnt="12"/>
      <dgm:spPr/>
    </dgm:pt>
    <dgm:pt modelId="{9EC30990-5C14-492E-A7BC-5C30E7451EAA}" type="pres">
      <dgm:prSet presAssocID="{61A343BD-9EAF-4E35-902F-4DE3544D1B8F}" presName="lineArrowNode" presStyleLbl="alignAccFollowNode1" presStyleIdx="4" presStyleCnt="12"/>
      <dgm:spPr/>
    </dgm:pt>
    <dgm:pt modelId="{599E77B0-D868-4C76-B287-6637C7F84401}" type="pres">
      <dgm:prSet presAssocID="{D7F7565B-1E1D-40C3-B489-D6EF9166D8C7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11384BAB-85EA-4A19-9E4D-8D380B8BDC2E}" type="pres">
      <dgm:prSet presAssocID="{D7F7565B-1E1D-40C3-B489-D6EF9166D8C7}" presName="spacerBetweenCircleAndCallout" presStyleCnt="0">
        <dgm:presLayoutVars/>
      </dgm:prSet>
      <dgm:spPr/>
    </dgm:pt>
    <dgm:pt modelId="{4FB57051-107D-4CC6-9A9B-E1489E8A77B3}" type="pres">
      <dgm:prSet presAssocID="{61A343BD-9EAF-4E35-902F-4DE3544D1B8F}" presName="nodeText" presStyleLbl="alignAccFollowNode1" presStyleIdx="5" presStyleCnt="12">
        <dgm:presLayoutVars>
          <dgm:bulletEnabled val="1"/>
        </dgm:presLayoutVars>
      </dgm:prSet>
      <dgm:spPr/>
    </dgm:pt>
    <dgm:pt modelId="{732B14CA-9059-4580-A8AA-307FF6B4A9AF}" type="pres">
      <dgm:prSet presAssocID="{D7F7565B-1E1D-40C3-B489-D6EF9166D8C7}" presName="sibTransComposite" presStyleCnt="0"/>
      <dgm:spPr/>
    </dgm:pt>
    <dgm:pt modelId="{AF973D0E-D50B-40B9-AC77-AE32CB0C50A1}" type="pres">
      <dgm:prSet presAssocID="{9FF27175-D878-4E75-9567-AF59133AF37D}" presName="compositeNode" presStyleCnt="0"/>
      <dgm:spPr/>
    </dgm:pt>
    <dgm:pt modelId="{CB3B2E53-1D88-4755-847B-CD41105778D0}" type="pres">
      <dgm:prSet presAssocID="{9FF27175-D878-4E75-9567-AF59133AF37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5A9CF0A-578A-4CF3-BFE4-12D1494E8453}" type="pres">
      <dgm:prSet presAssocID="{9FF27175-D878-4E75-9567-AF59133AF37D}" presName="parSh" presStyleCnt="0"/>
      <dgm:spPr/>
    </dgm:pt>
    <dgm:pt modelId="{C6917C37-E145-4FCA-96CF-359A5B4F0CD4}" type="pres">
      <dgm:prSet presAssocID="{9FF27175-D878-4E75-9567-AF59133AF37D}" presName="lineNode" presStyleLbl="alignAccFollowNode1" presStyleIdx="6" presStyleCnt="12"/>
      <dgm:spPr/>
    </dgm:pt>
    <dgm:pt modelId="{F8A82044-E982-43B5-9598-5A379A267636}" type="pres">
      <dgm:prSet presAssocID="{9FF27175-D878-4E75-9567-AF59133AF37D}" presName="lineArrowNode" presStyleLbl="alignAccFollowNode1" presStyleIdx="7" presStyleCnt="12"/>
      <dgm:spPr/>
    </dgm:pt>
    <dgm:pt modelId="{33714990-0A2A-4E39-9A7A-3C2F5B8515B9}" type="pres">
      <dgm:prSet presAssocID="{9A5820BE-67DE-4AB2-9A7E-8A55D57C072E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985325FF-D699-4E15-BC93-8769CDFC83C8}" type="pres">
      <dgm:prSet presAssocID="{9A5820BE-67DE-4AB2-9A7E-8A55D57C072E}" presName="spacerBetweenCircleAndCallout" presStyleCnt="0">
        <dgm:presLayoutVars/>
      </dgm:prSet>
      <dgm:spPr/>
    </dgm:pt>
    <dgm:pt modelId="{3F24E6C4-CB62-4B1C-9120-BBADDD5D146E}" type="pres">
      <dgm:prSet presAssocID="{9FF27175-D878-4E75-9567-AF59133AF37D}" presName="nodeText" presStyleLbl="alignAccFollowNode1" presStyleIdx="8" presStyleCnt="12">
        <dgm:presLayoutVars>
          <dgm:bulletEnabled val="1"/>
        </dgm:presLayoutVars>
      </dgm:prSet>
      <dgm:spPr/>
    </dgm:pt>
    <dgm:pt modelId="{486C9A52-B96B-424F-9A90-1B6868F5A557}" type="pres">
      <dgm:prSet presAssocID="{9A5820BE-67DE-4AB2-9A7E-8A55D57C072E}" presName="sibTransComposite" presStyleCnt="0"/>
      <dgm:spPr/>
    </dgm:pt>
    <dgm:pt modelId="{F2EA6EEB-C823-427A-8DF8-158AE4F28E8F}" type="pres">
      <dgm:prSet presAssocID="{E83E8996-0F09-4C9F-9897-12CBD0A7C96A}" presName="compositeNode" presStyleCnt="0"/>
      <dgm:spPr/>
    </dgm:pt>
    <dgm:pt modelId="{675DFFCD-DF13-48B0-91B8-5B9499FA413C}" type="pres">
      <dgm:prSet presAssocID="{E83E8996-0F09-4C9F-9897-12CBD0A7C96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68D7779-B316-48D0-B136-0FC16F8B19E6}" type="pres">
      <dgm:prSet presAssocID="{E83E8996-0F09-4C9F-9897-12CBD0A7C96A}" presName="parSh" presStyleCnt="0"/>
      <dgm:spPr/>
    </dgm:pt>
    <dgm:pt modelId="{8993412A-C4BE-4A0A-950B-26BE59FDECDD}" type="pres">
      <dgm:prSet presAssocID="{E83E8996-0F09-4C9F-9897-12CBD0A7C96A}" presName="lineNode" presStyleLbl="alignAccFollowNode1" presStyleIdx="9" presStyleCnt="12"/>
      <dgm:spPr/>
    </dgm:pt>
    <dgm:pt modelId="{5B5F5559-BB42-4D0A-B9B9-171406760974}" type="pres">
      <dgm:prSet presAssocID="{E83E8996-0F09-4C9F-9897-12CBD0A7C96A}" presName="lineArrowNode" presStyleLbl="alignAccFollowNode1" presStyleIdx="10" presStyleCnt="12"/>
      <dgm:spPr/>
    </dgm:pt>
    <dgm:pt modelId="{7D6C851E-6F90-4279-A1B5-EA648E289E4D}" type="pres">
      <dgm:prSet presAssocID="{E047DA82-1156-4998-9005-F112D1308382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E84821CE-2525-4B7D-8BA1-0A1B548A8A72}" type="pres">
      <dgm:prSet presAssocID="{E047DA82-1156-4998-9005-F112D1308382}" presName="spacerBetweenCircleAndCallout" presStyleCnt="0">
        <dgm:presLayoutVars/>
      </dgm:prSet>
      <dgm:spPr/>
    </dgm:pt>
    <dgm:pt modelId="{643AB848-BCB4-41E8-8C7A-3FF67FB68E7A}" type="pres">
      <dgm:prSet presAssocID="{E83E8996-0F09-4C9F-9897-12CBD0A7C96A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68F9603C-A544-44C1-B13D-9F4B33BFD63D}" type="presOf" srcId="{9FF27175-D878-4E75-9567-AF59133AF37D}" destId="{3F24E6C4-CB62-4B1C-9120-BBADDD5D146E}" srcOrd="0" destOrd="0" presId="urn:microsoft.com/office/officeart/2016/7/layout/LinearArrowProcessNumbered"/>
    <dgm:cxn modelId="{D693BC62-C21D-4C61-A26F-C077979BB5AB}" type="presOf" srcId="{9A5820BE-67DE-4AB2-9A7E-8A55D57C072E}" destId="{33714990-0A2A-4E39-9A7A-3C2F5B8515B9}" srcOrd="0" destOrd="0" presId="urn:microsoft.com/office/officeart/2016/7/layout/LinearArrowProcessNumbered"/>
    <dgm:cxn modelId="{9C5D3E66-5281-46BA-8EAB-4CAE8B95A514}" srcId="{9EE8DC6C-427C-49A8-83D7-6451583ADDE0}" destId="{61A343BD-9EAF-4E35-902F-4DE3544D1B8F}" srcOrd="1" destOrd="0" parTransId="{2382BB59-0392-4E55-9F68-611DFC302F2B}" sibTransId="{D7F7565B-1E1D-40C3-B489-D6EF9166D8C7}"/>
    <dgm:cxn modelId="{E044256E-64AD-4AA3-BE53-DBC1ECA6D665}" srcId="{9EE8DC6C-427C-49A8-83D7-6451583ADDE0}" destId="{9FF27175-D878-4E75-9567-AF59133AF37D}" srcOrd="2" destOrd="0" parTransId="{82169CBF-9378-4085-9B29-E2F5DFE03806}" sibTransId="{9A5820BE-67DE-4AB2-9A7E-8A55D57C072E}"/>
    <dgm:cxn modelId="{AF34584E-1793-4906-AD53-B7782DEC4039}" type="presOf" srcId="{E83E8996-0F09-4C9F-9897-12CBD0A7C96A}" destId="{643AB848-BCB4-41E8-8C7A-3FF67FB68E7A}" srcOrd="0" destOrd="0" presId="urn:microsoft.com/office/officeart/2016/7/layout/LinearArrowProcessNumbered"/>
    <dgm:cxn modelId="{4AC77F55-217A-4EA6-9A7A-A19F300B6121}" srcId="{9EE8DC6C-427C-49A8-83D7-6451583ADDE0}" destId="{E83E8996-0F09-4C9F-9897-12CBD0A7C96A}" srcOrd="3" destOrd="0" parTransId="{410F08DB-F392-4889-97E5-44B729F2AC81}" sibTransId="{E047DA82-1156-4998-9005-F112D1308382}"/>
    <dgm:cxn modelId="{B771FC58-1804-4F28-9CB9-B715261C5A53}" type="presOf" srcId="{61A343BD-9EAF-4E35-902F-4DE3544D1B8F}" destId="{4FB57051-107D-4CC6-9A9B-E1489E8A77B3}" srcOrd="0" destOrd="0" presId="urn:microsoft.com/office/officeart/2016/7/layout/LinearArrowProcessNumbered"/>
    <dgm:cxn modelId="{924AED9A-180F-422D-8146-EE39183E7851}" type="presOf" srcId="{E047DA82-1156-4998-9005-F112D1308382}" destId="{7D6C851E-6F90-4279-A1B5-EA648E289E4D}" srcOrd="0" destOrd="0" presId="urn:microsoft.com/office/officeart/2016/7/layout/LinearArrowProcessNumbered"/>
    <dgm:cxn modelId="{D1E8ECA1-0E3C-4750-844D-43A3869262C0}" srcId="{9EE8DC6C-427C-49A8-83D7-6451583ADDE0}" destId="{040758B6-FFB6-4A1A-B0B5-356793D672F3}" srcOrd="0" destOrd="0" parTransId="{0310BCA1-D412-4622-B421-49EB36F23272}" sibTransId="{990645BB-B5B2-4656-A976-78C64AD43889}"/>
    <dgm:cxn modelId="{015F05C1-651C-44C8-A012-72BB4E2DC135}" type="presOf" srcId="{D7F7565B-1E1D-40C3-B489-D6EF9166D8C7}" destId="{599E77B0-D868-4C76-B287-6637C7F84401}" srcOrd="0" destOrd="0" presId="urn:microsoft.com/office/officeart/2016/7/layout/LinearArrowProcessNumbered"/>
    <dgm:cxn modelId="{805729D8-6E4B-44C0-83B6-ED5814F69351}" type="presOf" srcId="{990645BB-B5B2-4656-A976-78C64AD43889}" destId="{6DC31764-E9EB-4EBB-8F53-02EA12EE9D8A}" srcOrd="0" destOrd="0" presId="urn:microsoft.com/office/officeart/2016/7/layout/LinearArrowProcessNumbered"/>
    <dgm:cxn modelId="{A4253AE5-57E6-40F9-A63C-E9A95EF95C2C}" type="presOf" srcId="{9EE8DC6C-427C-49A8-83D7-6451583ADDE0}" destId="{68C08B97-431A-4D8E-9D0D-761F4A01A394}" srcOrd="0" destOrd="0" presId="urn:microsoft.com/office/officeart/2016/7/layout/LinearArrowProcessNumbered"/>
    <dgm:cxn modelId="{F36E7CEA-4F7E-47CA-B1C0-7AC7D2EBE11D}" type="presOf" srcId="{040758B6-FFB6-4A1A-B0B5-356793D672F3}" destId="{4A731043-A602-4793-97EA-7FDC535E4A7B}" srcOrd="0" destOrd="0" presId="urn:microsoft.com/office/officeart/2016/7/layout/LinearArrowProcessNumbered"/>
    <dgm:cxn modelId="{B26C31BC-75E9-4302-9027-0B481D52F61A}" type="presParOf" srcId="{68C08B97-431A-4D8E-9D0D-761F4A01A394}" destId="{00BB3004-EB84-478F-9F97-F4106DD5651C}" srcOrd="0" destOrd="0" presId="urn:microsoft.com/office/officeart/2016/7/layout/LinearArrowProcessNumbered"/>
    <dgm:cxn modelId="{05B91DD6-47C1-4040-8B29-EA2222216F7F}" type="presParOf" srcId="{00BB3004-EB84-478F-9F97-F4106DD5651C}" destId="{D80AAA9A-2BA7-4198-8B69-DEFD0B4778BA}" srcOrd="0" destOrd="0" presId="urn:microsoft.com/office/officeart/2016/7/layout/LinearArrowProcessNumbered"/>
    <dgm:cxn modelId="{607B22D4-00A7-425F-9B6A-6FE4B67A7C06}" type="presParOf" srcId="{00BB3004-EB84-478F-9F97-F4106DD5651C}" destId="{B57108F8-C4CD-41AA-A94B-17443D17F1C3}" srcOrd="1" destOrd="0" presId="urn:microsoft.com/office/officeart/2016/7/layout/LinearArrowProcessNumbered"/>
    <dgm:cxn modelId="{F1540C48-34B4-4ABD-941A-157E8FDA4C7F}" type="presParOf" srcId="{B57108F8-C4CD-41AA-A94B-17443D17F1C3}" destId="{FDDAABB6-AFB9-4AA0-BF6F-017D8D5AA53F}" srcOrd="0" destOrd="0" presId="urn:microsoft.com/office/officeart/2016/7/layout/LinearArrowProcessNumbered"/>
    <dgm:cxn modelId="{74C247E9-715F-49A4-8FFF-2BD7A704FC23}" type="presParOf" srcId="{B57108F8-C4CD-41AA-A94B-17443D17F1C3}" destId="{DD22FF1B-B610-404A-BA7F-FAB207604654}" srcOrd="1" destOrd="0" presId="urn:microsoft.com/office/officeart/2016/7/layout/LinearArrowProcessNumbered"/>
    <dgm:cxn modelId="{25C5ACFF-5267-4311-A40D-F36FE83A6914}" type="presParOf" srcId="{B57108F8-C4CD-41AA-A94B-17443D17F1C3}" destId="{6DC31764-E9EB-4EBB-8F53-02EA12EE9D8A}" srcOrd="2" destOrd="0" presId="urn:microsoft.com/office/officeart/2016/7/layout/LinearArrowProcessNumbered"/>
    <dgm:cxn modelId="{B159D5FA-6FCE-425D-BCBE-9096D13025CF}" type="presParOf" srcId="{B57108F8-C4CD-41AA-A94B-17443D17F1C3}" destId="{7169D03A-4F74-4341-BD1F-291E6E4EB5B7}" srcOrd="3" destOrd="0" presId="urn:microsoft.com/office/officeart/2016/7/layout/LinearArrowProcessNumbered"/>
    <dgm:cxn modelId="{90228ED3-2827-4BCC-BC6F-C78F7B418B3F}" type="presParOf" srcId="{00BB3004-EB84-478F-9F97-F4106DD5651C}" destId="{4A731043-A602-4793-97EA-7FDC535E4A7B}" srcOrd="2" destOrd="0" presId="urn:microsoft.com/office/officeart/2016/7/layout/LinearArrowProcessNumbered"/>
    <dgm:cxn modelId="{9B11DF9D-D8EE-4444-9543-EB5E4A00800E}" type="presParOf" srcId="{68C08B97-431A-4D8E-9D0D-761F4A01A394}" destId="{FE113062-A524-4E27-BC8D-41F619E042CE}" srcOrd="1" destOrd="0" presId="urn:microsoft.com/office/officeart/2016/7/layout/LinearArrowProcessNumbered"/>
    <dgm:cxn modelId="{C2350B9E-C7FB-43B5-B9F0-A716E0BE979E}" type="presParOf" srcId="{68C08B97-431A-4D8E-9D0D-761F4A01A394}" destId="{F3131980-78EA-46ED-8BB4-B78F5D3F0BB8}" srcOrd="2" destOrd="0" presId="urn:microsoft.com/office/officeart/2016/7/layout/LinearArrowProcessNumbered"/>
    <dgm:cxn modelId="{0FD587DB-658F-4CD7-8BB9-6725EBDFFB5F}" type="presParOf" srcId="{F3131980-78EA-46ED-8BB4-B78F5D3F0BB8}" destId="{FEED80D4-EF47-47C6-8FF5-8BCC7F263932}" srcOrd="0" destOrd="0" presId="urn:microsoft.com/office/officeart/2016/7/layout/LinearArrowProcessNumbered"/>
    <dgm:cxn modelId="{E2A3FF45-72E6-4844-85EF-415C85708B08}" type="presParOf" srcId="{F3131980-78EA-46ED-8BB4-B78F5D3F0BB8}" destId="{DD740CFB-2686-45E2-B65A-586361666027}" srcOrd="1" destOrd="0" presId="urn:microsoft.com/office/officeart/2016/7/layout/LinearArrowProcessNumbered"/>
    <dgm:cxn modelId="{51811B9F-A638-40A7-B43D-DC693B42C2FE}" type="presParOf" srcId="{DD740CFB-2686-45E2-B65A-586361666027}" destId="{8A282B9C-2D57-4149-A570-78A6A184FA94}" srcOrd="0" destOrd="0" presId="urn:microsoft.com/office/officeart/2016/7/layout/LinearArrowProcessNumbered"/>
    <dgm:cxn modelId="{956117B3-4D64-452F-A404-98FD3B61FAFA}" type="presParOf" srcId="{DD740CFB-2686-45E2-B65A-586361666027}" destId="{9EC30990-5C14-492E-A7BC-5C30E7451EAA}" srcOrd="1" destOrd="0" presId="urn:microsoft.com/office/officeart/2016/7/layout/LinearArrowProcessNumbered"/>
    <dgm:cxn modelId="{A6877D2E-8942-4029-B675-3295F524E3D9}" type="presParOf" srcId="{DD740CFB-2686-45E2-B65A-586361666027}" destId="{599E77B0-D868-4C76-B287-6637C7F84401}" srcOrd="2" destOrd="0" presId="urn:microsoft.com/office/officeart/2016/7/layout/LinearArrowProcessNumbered"/>
    <dgm:cxn modelId="{57543B9D-1329-495E-96C4-27FB2AD50605}" type="presParOf" srcId="{DD740CFB-2686-45E2-B65A-586361666027}" destId="{11384BAB-85EA-4A19-9E4D-8D380B8BDC2E}" srcOrd="3" destOrd="0" presId="urn:microsoft.com/office/officeart/2016/7/layout/LinearArrowProcessNumbered"/>
    <dgm:cxn modelId="{4D198F53-0869-4591-8174-A5993373CE76}" type="presParOf" srcId="{F3131980-78EA-46ED-8BB4-B78F5D3F0BB8}" destId="{4FB57051-107D-4CC6-9A9B-E1489E8A77B3}" srcOrd="2" destOrd="0" presId="urn:microsoft.com/office/officeart/2016/7/layout/LinearArrowProcessNumbered"/>
    <dgm:cxn modelId="{7DD09836-FAE5-466A-9EF9-192BF114E9C2}" type="presParOf" srcId="{68C08B97-431A-4D8E-9D0D-761F4A01A394}" destId="{732B14CA-9059-4580-A8AA-307FF6B4A9AF}" srcOrd="3" destOrd="0" presId="urn:microsoft.com/office/officeart/2016/7/layout/LinearArrowProcessNumbered"/>
    <dgm:cxn modelId="{35546982-1785-4A33-853E-B012C8B036D6}" type="presParOf" srcId="{68C08B97-431A-4D8E-9D0D-761F4A01A394}" destId="{AF973D0E-D50B-40B9-AC77-AE32CB0C50A1}" srcOrd="4" destOrd="0" presId="urn:microsoft.com/office/officeart/2016/7/layout/LinearArrowProcessNumbered"/>
    <dgm:cxn modelId="{BB48495E-6D74-47E9-AAC1-FECFF7DAE173}" type="presParOf" srcId="{AF973D0E-D50B-40B9-AC77-AE32CB0C50A1}" destId="{CB3B2E53-1D88-4755-847B-CD41105778D0}" srcOrd="0" destOrd="0" presId="urn:microsoft.com/office/officeart/2016/7/layout/LinearArrowProcessNumbered"/>
    <dgm:cxn modelId="{0F789E19-AE89-4720-BF54-9B20CAD1F56D}" type="presParOf" srcId="{AF973D0E-D50B-40B9-AC77-AE32CB0C50A1}" destId="{E5A9CF0A-578A-4CF3-BFE4-12D1494E8453}" srcOrd="1" destOrd="0" presId="urn:microsoft.com/office/officeart/2016/7/layout/LinearArrowProcessNumbered"/>
    <dgm:cxn modelId="{C3C3992D-0C7C-4257-BB70-BBDFE35B3F07}" type="presParOf" srcId="{E5A9CF0A-578A-4CF3-BFE4-12D1494E8453}" destId="{C6917C37-E145-4FCA-96CF-359A5B4F0CD4}" srcOrd="0" destOrd="0" presId="urn:microsoft.com/office/officeart/2016/7/layout/LinearArrowProcessNumbered"/>
    <dgm:cxn modelId="{8324BA69-6291-4F1F-8E3C-6A20DED298E5}" type="presParOf" srcId="{E5A9CF0A-578A-4CF3-BFE4-12D1494E8453}" destId="{F8A82044-E982-43B5-9598-5A379A267636}" srcOrd="1" destOrd="0" presId="urn:microsoft.com/office/officeart/2016/7/layout/LinearArrowProcessNumbered"/>
    <dgm:cxn modelId="{5794DE53-D027-40C4-ABA4-EF3C1DD0C4A7}" type="presParOf" srcId="{E5A9CF0A-578A-4CF3-BFE4-12D1494E8453}" destId="{33714990-0A2A-4E39-9A7A-3C2F5B8515B9}" srcOrd="2" destOrd="0" presId="urn:microsoft.com/office/officeart/2016/7/layout/LinearArrowProcessNumbered"/>
    <dgm:cxn modelId="{86C0308E-997D-4A52-AFA2-DB933C6E10AD}" type="presParOf" srcId="{E5A9CF0A-578A-4CF3-BFE4-12D1494E8453}" destId="{985325FF-D699-4E15-BC93-8769CDFC83C8}" srcOrd="3" destOrd="0" presId="urn:microsoft.com/office/officeart/2016/7/layout/LinearArrowProcessNumbered"/>
    <dgm:cxn modelId="{3CF93BDF-DBF9-4610-B06F-534EC55890AA}" type="presParOf" srcId="{AF973D0E-D50B-40B9-AC77-AE32CB0C50A1}" destId="{3F24E6C4-CB62-4B1C-9120-BBADDD5D146E}" srcOrd="2" destOrd="0" presId="urn:microsoft.com/office/officeart/2016/7/layout/LinearArrowProcessNumbered"/>
    <dgm:cxn modelId="{C725C0E1-E45E-402C-BC26-3075226187CB}" type="presParOf" srcId="{68C08B97-431A-4D8E-9D0D-761F4A01A394}" destId="{486C9A52-B96B-424F-9A90-1B6868F5A557}" srcOrd="5" destOrd="0" presId="urn:microsoft.com/office/officeart/2016/7/layout/LinearArrowProcessNumbered"/>
    <dgm:cxn modelId="{71C06C41-30A9-427A-9547-B810EA86187F}" type="presParOf" srcId="{68C08B97-431A-4D8E-9D0D-761F4A01A394}" destId="{F2EA6EEB-C823-427A-8DF8-158AE4F28E8F}" srcOrd="6" destOrd="0" presId="urn:microsoft.com/office/officeart/2016/7/layout/LinearArrowProcessNumbered"/>
    <dgm:cxn modelId="{25F6CA82-94F9-4EF7-8B4F-E90758FA7429}" type="presParOf" srcId="{F2EA6EEB-C823-427A-8DF8-158AE4F28E8F}" destId="{675DFFCD-DF13-48B0-91B8-5B9499FA413C}" srcOrd="0" destOrd="0" presId="urn:microsoft.com/office/officeart/2016/7/layout/LinearArrowProcessNumbered"/>
    <dgm:cxn modelId="{8BBA270A-CF30-4F02-B569-D029AA5E2FDA}" type="presParOf" srcId="{F2EA6EEB-C823-427A-8DF8-158AE4F28E8F}" destId="{168D7779-B316-48D0-B136-0FC16F8B19E6}" srcOrd="1" destOrd="0" presId="urn:microsoft.com/office/officeart/2016/7/layout/LinearArrowProcessNumbered"/>
    <dgm:cxn modelId="{486480BB-D111-46CD-AECB-13472E1E5D1E}" type="presParOf" srcId="{168D7779-B316-48D0-B136-0FC16F8B19E6}" destId="{8993412A-C4BE-4A0A-950B-26BE59FDECDD}" srcOrd="0" destOrd="0" presId="urn:microsoft.com/office/officeart/2016/7/layout/LinearArrowProcessNumbered"/>
    <dgm:cxn modelId="{AC9A3D03-A3DC-4EF3-968D-8926F704ED5C}" type="presParOf" srcId="{168D7779-B316-48D0-B136-0FC16F8B19E6}" destId="{5B5F5559-BB42-4D0A-B9B9-171406760974}" srcOrd="1" destOrd="0" presId="urn:microsoft.com/office/officeart/2016/7/layout/LinearArrowProcessNumbered"/>
    <dgm:cxn modelId="{5C434FC5-8572-492E-96AE-9655798BCDF4}" type="presParOf" srcId="{168D7779-B316-48D0-B136-0FC16F8B19E6}" destId="{7D6C851E-6F90-4279-A1B5-EA648E289E4D}" srcOrd="2" destOrd="0" presId="urn:microsoft.com/office/officeart/2016/7/layout/LinearArrowProcessNumbered"/>
    <dgm:cxn modelId="{E683C204-4C53-4EDD-892F-057F77801EAB}" type="presParOf" srcId="{168D7779-B316-48D0-B136-0FC16F8B19E6}" destId="{E84821CE-2525-4B7D-8BA1-0A1B548A8A72}" srcOrd="3" destOrd="0" presId="urn:microsoft.com/office/officeart/2016/7/layout/LinearArrowProcessNumbered"/>
    <dgm:cxn modelId="{EDB83DF3-7479-445D-9587-E179261EA75D}" type="presParOf" srcId="{F2EA6EEB-C823-427A-8DF8-158AE4F28E8F}" destId="{643AB848-BCB4-41E8-8C7A-3FF67FB68E7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104D42-86DB-443A-82BE-F79C48F8C6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49182E-C6B0-467B-B8BC-216706ADDF19}">
      <dgm:prSet/>
      <dgm:spPr/>
      <dgm:t>
        <a:bodyPr/>
        <a:lstStyle/>
        <a:p>
          <a:r>
            <a:rPr lang="en-US"/>
            <a:t>Gain-Bandwidth Product: 110 MHz.</a:t>
          </a:r>
        </a:p>
      </dgm:t>
    </dgm:pt>
    <dgm:pt modelId="{917770E1-E0A0-449B-A55E-7A161479B736}" type="parTrans" cxnId="{C6542367-E8BC-49D6-9AF3-9E48703BD55D}">
      <dgm:prSet/>
      <dgm:spPr/>
      <dgm:t>
        <a:bodyPr/>
        <a:lstStyle/>
        <a:p>
          <a:endParaRPr lang="en-US"/>
        </a:p>
      </dgm:t>
    </dgm:pt>
    <dgm:pt modelId="{5C4B99CA-513A-40F1-90BE-08F72A5F6523}" type="sibTrans" cxnId="{C6542367-E8BC-49D6-9AF3-9E48703BD55D}">
      <dgm:prSet/>
      <dgm:spPr/>
      <dgm:t>
        <a:bodyPr/>
        <a:lstStyle/>
        <a:p>
          <a:endParaRPr lang="en-US"/>
        </a:p>
      </dgm:t>
    </dgm:pt>
    <dgm:pt modelId="{7AB60632-967A-407D-A0F0-0F804FA260DE}">
      <dgm:prSet/>
      <dgm:spPr/>
      <dgm:t>
        <a:bodyPr/>
        <a:lstStyle/>
        <a:p>
          <a:r>
            <a:rPr lang="en-US"/>
            <a:t>Slew Rate: 145 V/µs.</a:t>
          </a:r>
        </a:p>
      </dgm:t>
    </dgm:pt>
    <dgm:pt modelId="{1C813BC4-A1E7-4212-9CA3-D25596441D62}" type="parTrans" cxnId="{21DB7C32-B251-4A54-A587-3C1F719A9D8A}">
      <dgm:prSet/>
      <dgm:spPr/>
      <dgm:t>
        <a:bodyPr/>
        <a:lstStyle/>
        <a:p>
          <a:endParaRPr lang="en-US"/>
        </a:p>
      </dgm:t>
    </dgm:pt>
    <dgm:pt modelId="{8B90F938-3623-4946-AAEE-0FAB6DDA64F3}" type="sibTrans" cxnId="{21DB7C32-B251-4A54-A587-3C1F719A9D8A}">
      <dgm:prSet/>
      <dgm:spPr/>
      <dgm:t>
        <a:bodyPr/>
        <a:lstStyle/>
        <a:p>
          <a:endParaRPr lang="en-US"/>
        </a:p>
      </dgm:t>
    </dgm:pt>
    <dgm:pt modelId="{2B2E2250-85AF-43C2-B68F-E05F5D15D4AF}">
      <dgm:prSet/>
      <dgm:spPr/>
      <dgm:t>
        <a:bodyPr/>
        <a:lstStyle/>
        <a:p>
          <a:r>
            <a:rPr lang="en-US"/>
            <a:t>High-speed commercial operational amplifier.</a:t>
          </a:r>
        </a:p>
      </dgm:t>
    </dgm:pt>
    <dgm:pt modelId="{B8ECF67A-73AE-46BC-8868-AB040DF45E36}" type="parTrans" cxnId="{BF64A9AB-4C3F-49C8-8527-04AA23D3640F}">
      <dgm:prSet/>
      <dgm:spPr/>
      <dgm:t>
        <a:bodyPr/>
        <a:lstStyle/>
        <a:p>
          <a:endParaRPr lang="en-US"/>
        </a:p>
      </dgm:t>
    </dgm:pt>
    <dgm:pt modelId="{0DE12E56-4F15-4206-8E0E-F5A9F1E483FC}" type="sibTrans" cxnId="{BF64A9AB-4C3F-49C8-8527-04AA23D3640F}">
      <dgm:prSet/>
      <dgm:spPr/>
      <dgm:t>
        <a:bodyPr/>
        <a:lstStyle/>
        <a:p>
          <a:endParaRPr lang="en-US"/>
        </a:p>
      </dgm:t>
    </dgm:pt>
    <dgm:pt modelId="{3624AED0-D0F0-4523-B3DC-773D7375A5D7}">
      <dgm:prSet/>
      <dgm:spPr/>
      <dgm:t>
        <a:bodyPr/>
        <a:lstStyle/>
        <a:p>
          <a:r>
            <a:rPr lang="en-US"/>
            <a:t>Real SPICE model available for LTspice.</a:t>
          </a:r>
        </a:p>
      </dgm:t>
    </dgm:pt>
    <dgm:pt modelId="{088B0895-707D-4B45-918A-B3607BA59107}" type="parTrans" cxnId="{A4D6F1B0-F299-4C97-A40D-E7414B84438D}">
      <dgm:prSet/>
      <dgm:spPr/>
      <dgm:t>
        <a:bodyPr/>
        <a:lstStyle/>
        <a:p>
          <a:endParaRPr lang="en-US"/>
        </a:p>
      </dgm:t>
    </dgm:pt>
    <dgm:pt modelId="{060A5EB0-4B6E-4B41-9451-FDB83B812A9C}" type="sibTrans" cxnId="{A4D6F1B0-F299-4C97-A40D-E7414B84438D}">
      <dgm:prSet/>
      <dgm:spPr/>
      <dgm:t>
        <a:bodyPr/>
        <a:lstStyle/>
        <a:p>
          <a:endParaRPr lang="en-US"/>
        </a:p>
      </dgm:t>
    </dgm:pt>
    <dgm:pt modelId="{81567B39-5B33-4BFF-A18F-CABEE1C06192}" type="pres">
      <dgm:prSet presAssocID="{5F104D42-86DB-443A-82BE-F79C48F8C6C3}" presName="outerComposite" presStyleCnt="0">
        <dgm:presLayoutVars>
          <dgm:chMax val="5"/>
          <dgm:dir/>
          <dgm:resizeHandles val="exact"/>
        </dgm:presLayoutVars>
      </dgm:prSet>
      <dgm:spPr/>
    </dgm:pt>
    <dgm:pt modelId="{064DC3CD-992C-4E1E-BCEF-7598585BB67A}" type="pres">
      <dgm:prSet presAssocID="{5F104D42-86DB-443A-82BE-F79C48F8C6C3}" presName="dummyMaxCanvas" presStyleCnt="0">
        <dgm:presLayoutVars/>
      </dgm:prSet>
      <dgm:spPr/>
    </dgm:pt>
    <dgm:pt modelId="{8205EF52-E4ED-4189-898F-8B7030D945E3}" type="pres">
      <dgm:prSet presAssocID="{5F104D42-86DB-443A-82BE-F79C48F8C6C3}" presName="FourNodes_1" presStyleLbl="node1" presStyleIdx="0" presStyleCnt="4">
        <dgm:presLayoutVars>
          <dgm:bulletEnabled val="1"/>
        </dgm:presLayoutVars>
      </dgm:prSet>
      <dgm:spPr/>
    </dgm:pt>
    <dgm:pt modelId="{7BFE3B69-E2E8-4FE6-89B3-BA63728D51FB}" type="pres">
      <dgm:prSet presAssocID="{5F104D42-86DB-443A-82BE-F79C48F8C6C3}" presName="FourNodes_2" presStyleLbl="node1" presStyleIdx="1" presStyleCnt="4">
        <dgm:presLayoutVars>
          <dgm:bulletEnabled val="1"/>
        </dgm:presLayoutVars>
      </dgm:prSet>
      <dgm:spPr/>
    </dgm:pt>
    <dgm:pt modelId="{DC7E449A-3D52-4ADF-8BEB-3688195469D7}" type="pres">
      <dgm:prSet presAssocID="{5F104D42-86DB-443A-82BE-F79C48F8C6C3}" presName="FourNodes_3" presStyleLbl="node1" presStyleIdx="2" presStyleCnt="4">
        <dgm:presLayoutVars>
          <dgm:bulletEnabled val="1"/>
        </dgm:presLayoutVars>
      </dgm:prSet>
      <dgm:spPr/>
    </dgm:pt>
    <dgm:pt modelId="{45F6BBBF-1C9B-4D97-8D84-CBEA780376A8}" type="pres">
      <dgm:prSet presAssocID="{5F104D42-86DB-443A-82BE-F79C48F8C6C3}" presName="FourNodes_4" presStyleLbl="node1" presStyleIdx="3" presStyleCnt="4">
        <dgm:presLayoutVars>
          <dgm:bulletEnabled val="1"/>
        </dgm:presLayoutVars>
      </dgm:prSet>
      <dgm:spPr/>
    </dgm:pt>
    <dgm:pt modelId="{1E977429-5625-482E-A9E7-C4875DB4E5ED}" type="pres">
      <dgm:prSet presAssocID="{5F104D42-86DB-443A-82BE-F79C48F8C6C3}" presName="FourConn_1-2" presStyleLbl="fgAccFollowNode1" presStyleIdx="0" presStyleCnt="3">
        <dgm:presLayoutVars>
          <dgm:bulletEnabled val="1"/>
        </dgm:presLayoutVars>
      </dgm:prSet>
      <dgm:spPr/>
    </dgm:pt>
    <dgm:pt modelId="{59D2C488-23C6-4A90-923B-DB98C937CEEC}" type="pres">
      <dgm:prSet presAssocID="{5F104D42-86DB-443A-82BE-F79C48F8C6C3}" presName="FourConn_2-3" presStyleLbl="fgAccFollowNode1" presStyleIdx="1" presStyleCnt="3">
        <dgm:presLayoutVars>
          <dgm:bulletEnabled val="1"/>
        </dgm:presLayoutVars>
      </dgm:prSet>
      <dgm:spPr/>
    </dgm:pt>
    <dgm:pt modelId="{AE0D6401-E644-4F0F-A0BB-B54DD226F2AA}" type="pres">
      <dgm:prSet presAssocID="{5F104D42-86DB-443A-82BE-F79C48F8C6C3}" presName="FourConn_3-4" presStyleLbl="fgAccFollowNode1" presStyleIdx="2" presStyleCnt="3">
        <dgm:presLayoutVars>
          <dgm:bulletEnabled val="1"/>
        </dgm:presLayoutVars>
      </dgm:prSet>
      <dgm:spPr/>
    </dgm:pt>
    <dgm:pt modelId="{F2C4DA8C-002F-4126-B42A-5D0D8C8CF1D4}" type="pres">
      <dgm:prSet presAssocID="{5F104D42-86DB-443A-82BE-F79C48F8C6C3}" presName="FourNodes_1_text" presStyleLbl="node1" presStyleIdx="3" presStyleCnt="4">
        <dgm:presLayoutVars>
          <dgm:bulletEnabled val="1"/>
        </dgm:presLayoutVars>
      </dgm:prSet>
      <dgm:spPr/>
    </dgm:pt>
    <dgm:pt modelId="{8A86E1C5-81B6-4A61-94BE-A573875D5301}" type="pres">
      <dgm:prSet presAssocID="{5F104D42-86DB-443A-82BE-F79C48F8C6C3}" presName="FourNodes_2_text" presStyleLbl="node1" presStyleIdx="3" presStyleCnt="4">
        <dgm:presLayoutVars>
          <dgm:bulletEnabled val="1"/>
        </dgm:presLayoutVars>
      </dgm:prSet>
      <dgm:spPr/>
    </dgm:pt>
    <dgm:pt modelId="{E2B80D1B-3DC0-4111-82FD-4547700747FE}" type="pres">
      <dgm:prSet presAssocID="{5F104D42-86DB-443A-82BE-F79C48F8C6C3}" presName="FourNodes_3_text" presStyleLbl="node1" presStyleIdx="3" presStyleCnt="4">
        <dgm:presLayoutVars>
          <dgm:bulletEnabled val="1"/>
        </dgm:presLayoutVars>
      </dgm:prSet>
      <dgm:spPr/>
    </dgm:pt>
    <dgm:pt modelId="{25099428-C648-465D-B088-AC97BBA722D9}" type="pres">
      <dgm:prSet presAssocID="{5F104D42-86DB-443A-82BE-F79C48F8C6C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1114C05-A974-4DF2-ACAD-A8BCA041EDF7}" type="presOf" srcId="{5F104D42-86DB-443A-82BE-F79C48F8C6C3}" destId="{81567B39-5B33-4BFF-A18F-CABEE1C06192}" srcOrd="0" destOrd="0" presId="urn:microsoft.com/office/officeart/2005/8/layout/vProcess5"/>
    <dgm:cxn modelId="{BBE61A11-4C16-4D35-849B-30731690F122}" type="presOf" srcId="{0DE12E56-4F15-4206-8E0E-F5A9F1E483FC}" destId="{AE0D6401-E644-4F0F-A0BB-B54DD226F2AA}" srcOrd="0" destOrd="0" presId="urn:microsoft.com/office/officeart/2005/8/layout/vProcess5"/>
    <dgm:cxn modelId="{4B665927-E40F-45F4-9744-63B1A1DC4F73}" type="presOf" srcId="{7AB60632-967A-407D-A0F0-0F804FA260DE}" destId="{7BFE3B69-E2E8-4FE6-89B3-BA63728D51FB}" srcOrd="0" destOrd="0" presId="urn:microsoft.com/office/officeart/2005/8/layout/vProcess5"/>
    <dgm:cxn modelId="{7920A02B-AE6E-427A-8ADB-C4856E58EB4C}" type="presOf" srcId="{1449182E-C6B0-467B-B8BC-216706ADDF19}" destId="{8205EF52-E4ED-4189-898F-8B7030D945E3}" srcOrd="0" destOrd="0" presId="urn:microsoft.com/office/officeart/2005/8/layout/vProcess5"/>
    <dgm:cxn modelId="{21DB7C32-B251-4A54-A587-3C1F719A9D8A}" srcId="{5F104D42-86DB-443A-82BE-F79C48F8C6C3}" destId="{7AB60632-967A-407D-A0F0-0F804FA260DE}" srcOrd="1" destOrd="0" parTransId="{1C813BC4-A1E7-4212-9CA3-D25596441D62}" sibTransId="{8B90F938-3623-4946-AAEE-0FAB6DDA64F3}"/>
    <dgm:cxn modelId="{A0421A5D-367C-49DC-9079-2EFCB2BC0934}" type="presOf" srcId="{5C4B99CA-513A-40F1-90BE-08F72A5F6523}" destId="{1E977429-5625-482E-A9E7-C4875DB4E5ED}" srcOrd="0" destOrd="0" presId="urn:microsoft.com/office/officeart/2005/8/layout/vProcess5"/>
    <dgm:cxn modelId="{C6542367-E8BC-49D6-9AF3-9E48703BD55D}" srcId="{5F104D42-86DB-443A-82BE-F79C48F8C6C3}" destId="{1449182E-C6B0-467B-B8BC-216706ADDF19}" srcOrd="0" destOrd="0" parTransId="{917770E1-E0A0-449B-A55E-7A161479B736}" sibTransId="{5C4B99CA-513A-40F1-90BE-08F72A5F6523}"/>
    <dgm:cxn modelId="{2934C84C-10FB-4699-ADB0-CB88962120AF}" type="presOf" srcId="{1449182E-C6B0-467B-B8BC-216706ADDF19}" destId="{F2C4DA8C-002F-4126-B42A-5D0D8C8CF1D4}" srcOrd="1" destOrd="0" presId="urn:microsoft.com/office/officeart/2005/8/layout/vProcess5"/>
    <dgm:cxn modelId="{B1FD3A74-0A71-4A2E-814F-EC3C7643E531}" type="presOf" srcId="{3624AED0-D0F0-4523-B3DC-773D7375A5D7}" destId="{25099428-C648-465D-B088-AC97BBA722D9}" srcOrd="1" destOrd="0" presId="urn:microsoft.com/office/officeart/2005/8/layout/vProcess5"/>
    <dgm:cxn modelId="{5ADFC39F-1C8E-46CB-84B7-4EF3FA31FA0E}" type="presOf" srcId="{2B2E2250-85AF-43C2-B68F-E05F5D15D4AF}" destId="{DC7E449A-3D52-4ADF-8BEB-3688195469D7}" srcOrd="0" destOrd="0" presId="urn:microsoft.com/office/officeart/2005/8/layout/vProcess5"/>
    <dgm:cxn modelId="{BF64A9AB-4C3F-49C8-8527-04AA23D3640F}" srcId="{5F104D42-86DB-443A-82BE-F79C48F8C6C3}" destId="{2B2E2250-85AF-43C2-B68F-E05F5D15D4AF}" srcOrd="2" destOrd="0" parTransId="{B8ECF67A-73AE-46BC-8868-AB040DF45E36}" sibTransId="{0DE12E56-4F15-4206-8E0E-F5A9F1E483FC}"/>
    <dgm:cxn modelId="{A4D6F1B0-F299-4C97-A40D-E7414B84438D}" srcId="{5F104D42-86DB-443A-82BE-F79C48F8C6C3}" destId="{3624AED0-D0F0-4523-B3DC-773D7375A5D7}" srcOrd="3" destOrd="0" parTransId="{088B0895-707D-4B45-918A-B3607BA59107}" sibTransId="{060A5EB0-4B6E-4B41-9451-FDB83B812A9C}"/>
    <dgm:cxn modelId="{4BA3E9BE-16BE-463E-90DA-2E3D7A73BFDF}" type="presOf" srcId="{2B2E2250-85AF-43C2-B68F-E05F5D15D4AF}" destId="{E2B80D1B-3DC0-4111-82FD-4547700747FE}" srcOrd="1" destOrd="0" presId="urn:microsoft.com/office/officeart/2005/8/layout/vProcess5"/>
    <dgm:cxn modelId="{4B48C5DA-9C7B-440C-879C-8584CD2ACEC2}" type="presOf" srcId="{3624AED0-D0F0-4523-B3DC-773D7375A5D7}" destId="{45F6BBBF-1C9B-4D97-8D84-CBEA780376A8}" srcOrd="0" destOrd="0" presId="urn:microsoft.com/office/officeart/2005/8/layout/vProcess5"/>
    <dgm:cxn modelId="{6125D5E2-60DE-40B1-88D2-F63CB235D187}" type="presOf" srcId="{8B90F938-3623-4946-AAEE-0FAB6DDA64F3}" destId="{59D2C488-23C6-4A90-923B-DB98C937CEEC}" srcOrd="0" destOrd="0" presId="urn:microsoft.com/office/officeart/2005/8/layout/vProcess5"/>
    <dgm:cxn modelId="{9967E8EA-ECF2-4F65-86D7-AA4257296AE6}" type="presOf" srcId="{7AB60632-967A-407D-A0F0-0F804FA260DE}" destId="{8A86E1C5-81B6-4A61-94BE-A573875D5301}" srcOrd="1" destOrd="0" presId="urn:microsoft.com/office/officeart/2005/8/layout/vProcess5"/>
    <dgm:cxn modelId="{BA36E9B8-2A4C-4C9B-B7C4-0B3AF05A7730}" type="presParOf" srcId="{81567B39-5B33-4BFF-A18F-CABEE1C06192}" destId="{064DC3CD-992C-4E1E-BCEF-7598585BB67A}" srcOrd="0" destOrd="0" presId="urn:microsoft.com/office/officeart/2005/8/layout/vProcess5"/>
    <dgm:cxn modelId="{FE9ADDC7-9499-44ED-9FBF-CD219140004F}" type="presParOf" srcId="{81567B39-5B33-4BFF-A18F-CABEE1C06192}" destId="{8205EF52-E4ED-4189-898F-8B7030D945E3}" srcOrd="1" destOrd="0" presId="urn:microsoft.com/office/officeart/2005/8/layout/vProcess5"/>
    <dgm:cxn modelId="{E013110E-B240-4377-B400-8D90D35709DE}" type="presParOf" srcId="{81567B39-5B33-4BFF-A18F-CABEE1C06192}" destId="{7BFE3B69-E2E8-4FE6-89B3-BA63728D51FB}" srcOrd="2" destOrd="0" presId="urn:microsoft.com/office/officeart/2005/8/layout/vProcess5"/>
    <dgm:cxn modelId="{1CF736F7-5331-4B9F-8065-03C169C9BCE0}" type="presParOf" srcId="{81567B39-5B33-4BFF-A18F-CABEE1C06192}" destId="{DC7E449A-3D52-4ADF-8BEB-3688195469D7}" srcOrd="3" destOrd="0" presId="urn:microsoft.com/office/officeart/2005/8/layout/vProcess5"/>
    <dgm:cxn modelId="{489C5C01-66EF-4E7A-B2A8-BDC59ECB516D}" type="presParOf" srcId="{81567B39-5B33-4BFF-A18F-CABEE1C06192}" destId="{45F6BBBF-1C9B-4D97-8D84-CBEA780376A8}" srcOrd="4" destOrd="0" presId="urn:microsoft.com/office/officeart/2005/8/layout/vProcess5"/>
    <dgm:cxn modelId="{D05C3DB1-9128-4D74-B2FA-724FC80D5878}" type="presParOf" srcId="{81567B39-5B33-4BFF-A18F-CABEE1C06192}" destId="{1E977429-5625-482E-A9E7-C4875DB4E5ED}" srcOrd="5" destOrd="0" presId="urn:microsoft.com/office/officeart/2005/8/layout/vProcess5"/>
    <dgm:cxn modelId="{4AB3436C-E16E-4691-843B-57DFAAAEA8DD}" type="presParOf" srcId="{81567B39-5B33-4BFF-A18F-CABEE1C06192}" destId="{59D2C488-23C6-4A90-923B-DB98C937CEEC}" srcOrd="6" destOrd="0" presId="urn:microsoft.com/office/officeart/2005/8/layout/vProcess5"/>
    <dgm:cxn modelId="{CDA60D88-62DB-4DC4-B7C5-9331028545AE}" type="presParOf" srcId="{81567B39-5B33-4BFF-A18F-CABEE1C06192}" destId="{AE0D6401-E644-4F0F-A0BB-B54DD226F2AA}" srcOrd="7" destOrd="0" presId="urn:microsoft.com/office/officeart/2005/8/layout/vProcess5"/>
    <dgm:cxn modelId="{B2636465-3E94-46D0-9438-729456EC41C6}" type="presParOf" srcId="{81567B39-5B33-4BFF-A18F-CABEE1C06192}" destId="{F2C4DA8C-002F-4126-B42A-5D0D8C8CF1D4}" srcOrd="8" destOrd="0" presId="urn:microsoft.com/office/officeart/2005/8/layout/vProcess5"/>
    <dgm:cxn modelId="{F995B502-BFB9-4AA0-8975-DB9E22311731}" type="presParOf" srcId="{81567B39-5B33-4BFF-A18F-CABEE1C06192}" destId="{8A86E1C5-81B6-4A61-94BE-A573875D5301}" srcOrd="9" destOrd="0" presId="urn:microsoft.com/office/officeart/2005/8/layout/vProcess5"/>
    <dgm:cxn modelId="{2AFDE273-78B2-4695-95AF-6058114FCB5F}" type="presParOf" srcId="{81567B39-5B33-4BFF-A18F-CABEE1C06192}" destId="{E2B80D1B-3DC0-4111-82FD-4547700747FE}" srcOrd="10" destOrd="0" presId="urn:microsoft.com/office/officeart/2005/8/layout/vProcess5"/>
    <dgm:cxn modelId="{40179FB5-0B6C-469C-9D7D-1B8204BDED51}" type="presParOf" srcId="{81567B39-5B33-4BFF-A18F-CABEE1C06192}" destId="{25099428-C648-465D-B088-AC97BBA722D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4451A9-7F46-4EB8-82D6-837059E9993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F9F09C-8A71-46D2-9C98-56AA56D94926}">
      <dgm:prSet/>
      <dgm:spPr/>
      <dgm:t>
        <a:bodyPr/>
        <a:lstStyle/>
        <a:p>
          <a:r>
            <a:rPr lang="en-US"/>
            <a:t>Successfully designed and simulated an analog signal conditioning chain.</a:t>
          </a:r>
        </a:p>
      </dgm:t>
    </dgm:pt>
    <dgm:pt modelId="{43FD6664-99E9-4DC5-B762-322EE0AC5170}" type="parTrans" cxnId="{BAA5BA1A-778A-44A6-A1C7-E4D70205C7DE}">
      <dgm:prSet/>
      <dgm:spPr/>
      <dgm:t>
        <a:bodyPr/>
        <a:lstStyle/>
        <a:p>
          <a:endParaRPr lang="en-US"/>
        </a:p>
      </dgm:t>
    </dgm:pt>
    <dgm:pt modelId="{1E559D6C-B128-4C2B-B4C4-EB3A70DDFA05}" type="sibTrans" cxnId="{BAA5BA1A-778A-44A6-A1C7-E4D70205C7DE}">
      <dgm:prSet/>
      <dgm:spPr/>
      <dgm:t>
        <a:bodyPr/>
        <a:lstStyle/>
        <a:p>
          <a:endParaRPr lang="en-US"/>
        </a:p>
      </dgm:t>
    </dgm:pt>
    <dgm:pt modelId="{F4AB8CE3-217C-4521-A4F7-EEA7F4B775FC}">
      <dgm:prSet/>
      <dgm:spPr/>
      <dgm:t>
        <a:bodyPr/>
        <a:lstStyle/>
        <a:p>
          <a:r>
            <a:rPr lang="en-US"/>
            <a:t>Theoretical calculations agreed closely with LTspice results.</a:t>
          </a:r>
        </a:p>
      </dgm:t>
    </dgm:pt>
    <dgm:pt modelId="{57DE6452-2DD6-4987-BDEC-13B72DABAC88}" type="parTrans" cxnId="{EDAA7DE6-4291-491F-9B74-6A81AE9C5E86}">
      <dgm:prSet/>
      <dgm:spPr/>
      <dgm:t>
        <a:bodyPr/>
        <a:lstStyle/>
        <a:p>
          <a:endParaRPr lang="en-US"/>
        </a:p>
      </dgm:t>
    </dgm:pt>
    <dgm:pt modelId="{90510F5B-9B3B-4F29-A6EF-31D3EC13CE90}" type="sibTrans" cxnId="{EDAA7DE6-4291-491F-9B74-6A81AE9C5E86}">
      <dgm:prSet/>
      <dgm:spPr/>
      <dgm:t>
        <a:bodyPr/>
        <a:lstStyle/>
        <a:p>
          <a:endParaRPr lang="en-US"/>
        </a:p>
      </dgm:t>
    </dgm:pt>
    <dgm:pt modelId="{4FB89464-DC66-4C4A-B7F6-C3BA075D5B2C}">
      <dgm:prSet/>
      <dgm:spPr/>
      <dgm:t>
        <a:bodyPr/>
        <a:lstStyle/>
        <a:p>
          <a:r>
            <a:rPr lang="en-US"/>
            <a:t>Compared ideal and real op-amp behaviour.</a:t>
          </a:r>
        </a:p>
      </dgm:t>
    </dgm:pt>
    <dgm:pt modelId="{33576593-9CFA-416B-BD1C-EEEEBD463746}" type="parTrans" cxnId="{38CC8D9F-E2B5-4D35-9781-1D53B450B6E9}">
      <dgm:prSet/>
      <dgm:spPr/>
      <dgm:t>
        <a:bodyPr/>
        <a:lstStyle/>
        <a:p>
          <a:endParaRPr lang="en-US"/>
        </a:p>
      </dgm:t>
    </dgm:pt>
    <dgm:pt modelId="{08A7E5D6-868D-4483-AF2F-A298A545B722}" type="sibTrans" cxnId="{38CC8D9F-E2B5-4D35-9781-1D53B450B6E9}">
      <dgm:prSet/>
      <dgm:spPr/>
      <dgm:t>
        <a:bodyPr/>
        <a:lstStyle/>
        <a:p>
          <a:endParaRPr lang="en-US"/>
        </a:p>
      </dgm:t>
    </dgm:pt>
    <dgm:pt modelId="{773D7150-6B1D-4988-8C0D-7AA4B9621020}">
      <dgm:prSet/>
      <dgm:spPr/>
      <dgm:t>
        <a:bodyPr/>
        <a:lstStyle/>
        <a:p>
          <a:r>
            <a:rPr lang="en-US"/>
            <a:t>Learned amplifier design, RC filtering and AC analysis.</a:t>
          </a:r>
        </a:p>
      </dgm:t>
    </dgm:pt>
    <dgm:pt modelId="{43D173E1-E846-4894-9270-14ED1FB9B854}" type="parTrans" cxnId="{06084AAA-55BE-45B2-B16E-81A1A2C01ED6}">
      <dgm:prSet/>
      <dgm:spPr/>
      <dgm:t>
        <a:bodyPr/>
        <a:lstStyle/>
        <a:p>
          <a:endParaRPr lang="en-US"/>
        </a:p>
      </dgm:t>
    </dgm:pt>
    <dgm:pt modelId="{9C37EBC2-00F8-4180-938B-D82847C319D4}" type="sibTrans" cxnId="{06084AAA-55BE-45B2-B16E-81A1A2C01ED6}">
      <dgm:prSet/>
      <dgm:spPr/>
      <dgm:t>
        <a:bodyPr/>
        <a:lstStyle/>
        <a:p>
          <a:endParaRPr lang="en-US"/>
        </a:p>
      </dgm:t>
    </dgm:pt>
    <dgm:pt modelId="{D9A31F57-0CC1-4E5C-AF3E-ECBF850CBCF5}" type="pres">
      <dgm:prSet presAssocID="{174451A9-7F46-4EB8-82D6-837059E9993A}" presName="linear" presStyleCnt="0">
        <dgm:presLayoutVars>
          <dgm:animLvl val="lvl"/>
          <dgm:resizeHandles val="exact"/>
        </dgm:presLayoutVars>
      </dgm:prSet>
      <dgm:spPr/>
    </dgm:pt>
    <dgm:pt modelId="{53EC4B77-1F27-4615-B15D-CB476F739462}" type="pres">
      <dgm:prSet presAssocID="{FCF9F09C-8A71-46D2-9C98-56AA56D949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49924C6-A7BF-4EFF-943A-149143E31B8D}" type="pres">
      <dgm:prSet presAssocID="{1E559D6C-B128-4C2B-B4C4-EB3A70DDFA05}" presName="spacer" presStyleCnt="0"/>
      <dgm:spPr/>
    </dgm:pt>
    <dgm:pt modelId="{1048A6CC-A0F4-4DC3-A225-F6123FB5C2BB}" type="pres">
      <dgm:prSet presAssocID="{F4AB8CE3-217C-4521-A4F7-EEA7F4B775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2F0127-DA78-4BF4-8512-6D0EAC42C564}" type="pres">
      <dgm:prSet presAssocID="{90510F5B-9B3B-4F29-A6EF-31D3EC13CE90}" presName="spacer" presStyleCnt="0"/>
      <dgm:spPr/>
    </dgm:pt>
    <dgm:pt modelId="{2B179787-D339-4321-9C68-378EAF6E6354}" type="pres">
      <dgm:prSet presAssocID="{4FB89464-DC66-4C4A-B7F6-C3BA075D5B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561E09-A5E0-47BB-8DE0-8FE7B8F37D80}" type="pres">
      <dgm:prSet presAssocID="{08A7E5D6-868D-4483-AF2F-A298A545B722}" presName="spacer" presStyleCnt="0"/>
      <dgm:spPr/>
    </dgm:pt>
    <dgm:pt modelId="{7BD65B7B-F872-47D0-81B0-0D61FC79453C}" type="pres">
      <dgm:prSet presAssocID="{773D7150-6B1D-4988-8C0D-7AA4B962102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A5BA1A-778A-44A6-A1C7-E4D70205C7DE}" srcId="{174451A9-7F46-4EB8-82D6-837059E9993A}" destId="{FCF9F09C-8A71-46D2-9C98-56AA56D94926}" srcOrd="0" destOrd="0" parTransId="{43FD6664-99E9-4DC5-B762-322EE0AC5170}" sibTransId="{1E559D6C-B128-4C2B-B4C4-EB3A70DDFA05}"/>
    <dgm:cxn modelId="{A0D45B76-BB17-4EAD-867D-6C5ED4DF80BC}" type="presOf" srcId="{4FB89464-DC66-4C4A-B7F6-C3BA075D5B2C}" destId="{2B179787-D339-4321-9C68-378EAF6E6354}" srcOrd="0" destOrd="0" presId="urn:microsoft.com/office/officeart/2005/8/layout/vList2"/>
    <dgm:cxn modelId="{54E7F380-EFE8-497B-854A-DABFF71D31E4}" type="presOf" srcId="{773D7150-6B1D-4988-8C0D-7AA4B9621020}" destId="{7BD65B7B-F872-47D0-81B0-0D61FC79453C}" srcOrd="0" destOrd="0" presId="urn:microsoft.com/office/officeart/2005/8/layout/vList2"/>
    <dgm:cxn modelId="{C48C1C8F-E32A-4951-BC1B-0509A481ED02}" type="presOf" srcId="{F4AB8CE3-217C-4521-A4F7-EEA7F4B775FC}" destId="{1048A6CC-A0F4-4DC3-A225-F6123FB5C2BB}" srcOrd="0" destOrd="0" presId="urn:microsoft.com/office/officeart/2005/8/layout/vList2"/>
    <dgm:cxn modelId="{38CC8D9F-E2B5-4D35-9781-1D53B450B6E9}" srcId="{174451A9-7F46-4EB8-82D6-837059E9993A}" destId="{4FB89464-DC66-4C4A-B7F6-C3BA075D5B2C}" srcOrd="2" destOrd="0" parTransId="{33576593-9CFA-416B-BD1C-EEEEBD463746}" sibTransId="{08A7E5D6-868D-4483-AF2F-A298A545B722}"/>
    <dgm:cxn modelId="{06084AAA-55BE-45B2-B16E-81A1A2C01ED6}" srcId="{174451A9-7F46-4EB8-82D6-837059E9993A}" destId="{773D7150-6B1D-4988-8C0D-7AA4B9621020}" srcOrd="3" destOrd="0" parTransId="{43D173E1-E846-4894-9270-14ED1FB9B854}" sibTransId="{9C37EBC2-00F8-4180-938B-D82847C319D4}"/>
    <dgm:cxn modelId="{35FEEACF-DDA8-4002-99FE-6B8A87281B3D}" type="presOf" srcId="{174451A9-7F46-4EB8-82D6-837059E9993A}" destId="{D9A31F57-0CC1-4E5C-AF3E-ECBF850CBCF5}" srcOrd="0" destOrd="0" presId="urn:microsoft.com/office/officeart/2005/8/layout/vList2"/>
    <dgm:cxn modelId="{EDAA7DE6-4291-491F-9B74-6A81AE9C5E86}" srcId="{174451A9-7F46-4EB8-82D6-837059E9993A}" destId="{F4AB8CE3-217C-4521-A4F7-EEA7F4B775FC}" srcOrd="1" destOrd="0" parTransId="{57DE6452-2DD6-4987-BDEC-13B72DABAC88}" sibTransId="{90510F5B-9B3B-4F29-A6EF-31D3EC13CE90}"/>
    <dgm:cxn modelId="{6BEC92F5-412F-4541-88D2-8A4D845DB171}" type="presOf" srcId="{FCF9F09C-8A71-46D2-9C98-56AA56D94926}" destId="{53EC4B77-1F27-4615-B15D-CB476F739462}" srcOrd="0" destOrd="0" presId="urn:microsoft.com/office/officeart/2005/8/layout/vList2"/>
    <dgm:cxn modelId="{9D8659CD-F743-4CDA-AB39-4A4E31315805}" type="presParOf" srcId="{D9A31F57-0CC1-4E5C-AF3E-ECBF850CBCF5}" destId="{53EC4B77-1F27-4615-B15D-CB476F739462}" srcOrd="0" destOrd="0" presId="urn:microsoft.com/office/officeart/2005/8/layout/vList2"/>
    <dgm:cxn modelId="{5EC9766E-B12F-40C0-8AAE-F2564421A491}" type="presParOf" srcId="{D9A31F57-0CC1-4E5C-AF3E-ECBF850CBCF5}" destId="{649924C6-A7BF-4EFF-943A-149143E31B8D}" srcOrd="1" destOrd="0" presId="urn:microsoft.com/office/officeart/2005/8/layout/vList2"/>
    <dgm:cxn modelId="{99F8BECA-92EC-48D1-A07D-B950D35307FA}" type="presParOf" srcId="{D9A31F57-0CC1-4E5C-AF3E-ECBF850CBCF5}" destId="{1048A6CC-A0F4-4DC3-A225-F6123FB5C2BB}" srcOrd="2" destOrd="0" presId="urn:microsoft.com/office/officeart/2005/8/layout/vList2"/>
    <dgm:cxn modelId="{2C310CAB-67C2-41FD-9440-7D98E0F52885}" type="presParOf" srcId="{D9A31F57-0CC1-4E5C-AF3E-ECBF850CBCF5}" destId="{502F0127-DA78-4BF4-8512-6D0EAC42C564}" srcOrd="3" destOrd="0" presId="urn:microsoft.com/office/officeart/2005/8/layout/vList2"/>
    <dgm:cxn modelId="{07D19129-4E02-4B70-9CB5-22BF71D68B3E}" type="presParOf" srcId="{D9A31F57-0CC1-4E5C-AF3E-ECBF850CBCF5}" destId="{2B179787-D339-4321-9C68-378EAF6E6354}" srcOrd="4" destOrd="0" presId="urn:microsoft.com/office/officeart/2005/8/layout/vList2"/>
    <dgm:cxn modelId="{B1841CF2-14A6-498C-AE7A-C4F8C86AAEF9}" type="presParOf" srcId="{D9A31F57-0CC1-4E5C-AF3E-ECBF850CBCF5}" destId="{80561E09-A5E0-47BB-8DE0-8FE7B8F37D80}" srcOrd="5" destOrd="0" presId="urn:microsoft.com/office/officeart/2005/8/layout/vList2"/>
    <dgm:cxn modelId="{2AF2DD9F-4C00-4756-A2D0-7D82E4FDC4CE}" type="presParOf" srcId="{D9A31F57-0CC1-4E5C-AF3E-ECBF850CBCF5}" destId="{7BD65B7B-F872-47D0-81B0-0D61FC7945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AABB6-AFB9-4AA0-BF6F-017D8D5AA53F}">
      <dsp:nvSpPr>
        <dsp:cNvPr id="0" name=""/>
        <dsp:cNvSpPr/>
      </dsp:nvSpPr>
      <dsp:spPr>
        <a:xfrm>
          <a:off x="833137" y="1660906"/>
          <a:ext cx="666509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2FF1B-B610-404A-BA7F-FAB207604654}">
      <dsp:nvSpPr>
        <dsp:cNvPr id="0" name=""/>
        <dsp:cNvSpPr/>
      </dsp:nvSpPr>
      <dsp:spPr>
        <a:xfrm>
          <a:off x="1539637" y="1604955"/>
          <a:ext cx="76648" cy="143776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31764-E9EB-4EBB-8F53-02EA12EE9D8A}">
      <dsp:nvSpPr>
        <dsp:cNvPr id="0" name=""/>
        <dsp:cNvSpPr/>
      </dsp:nvSpPr>
      <dsp:spPr>
        <a:xfrm>
          <a:off x="432608" y="1343727"/>
          <a:ext cx="634429" cy="63442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</a:t>
          </a:r>
        </a:p>
      </dsp:txBody>
      <dsp:txXfrm>
        <a:off x="525518" y="1436637"/>
        <a:ext cx="448609" cy="448609"/>
      </dsp:txXfrm>
    </dsp:sp>
    <dsp:sp modelId="{4A731043-A602-4793-97EA-7FDC535E4A7B}">
      <dsp:nvSpPr>
        <dsp:cNvPr id="0" name=""/>
        <dsp:cNvSpPr/>
      </dsp:nvSpPr>
      <dsp:spPr>
        <a:xfrm>
          <a:off x="0" y="2143539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Design a non-inverting amplifier (Gain = 10).</a:t>
          </a:r>
        </a:p>
      </dsp:txBody>
      <dsp:txXfrm>
        <a:off x="0" y="2443468"/>
        <a:ext cx="1499646" cy="1665671"/>
      </dsp:txXfrm>
    </dsp:sp>
    <dsp:sp modelId="{8A282B9C-2D57-4149-A570-78A6A184FA94}">
      <dsp:nvSpPr>
        <dsp:cNvPr id="0" name=""/>
        <dsp:cNvSpPr/>
      </dsp:nvSpPr>
      <dsp:spPr>
        <a:xfrm>
          <a:off x="1666274" y="1661323"/>
          <a:ext cx="1499646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30990-5C14-492E-A7BC-5C30E7451EAA}">
      <dsp:nvSpPr>
        <dsp:cNvPr id="0" name=""/>
        <dsp:cNvSpPr/>
      </dsp:nvSpPr>
      <dsp:spPr>
        <a:xfrm>
          <a:off x="3205911" y="1605299"/>
          <a:ext cx="76648" cy="144155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E77B0-D868-4C76-B287-6637C7F84401}">
      <dsp:nvSpPr>
        <dsp:cNvPr id="0" name=""/>
        <dsp:cNvSpPr/>
      </dsp:nvSpPr>
      <dsp:spPr>
        <a:xfrm>
          <a:off x="2098882" y="1344145"/>
          <a:ext cx="634429" cy="63442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</a:t>
          </a:r>
        </a:p>
      </dsp:txBody>
      <dsp:txXfrm>
        <a:off x="2191792" y="1437055"/>
        <a:ext cx="448609" cy="448609"/>
      </dsp:txXfrm>
    </dsp:sp>
    <dsp:sp modelId="{4FB57051-107D-4CC6-9A9B-E1489E8A77B3}">
      <dsp:nvSpPr>
        <dsp:cNvPr id="0" name=""/>
        <dsp:cNvSpPr/>
      </dsp:nvSpPr>
      <dsp:spPr>
        <a:xfrm>
          <a:off x="1666274" y="2144592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Design an RC low-pass filter with cutoff frequency ≈ 1 kHz.</a:t>
          </a:r>
        </a:p>
      </dsp:txBody>
      <dsp:txXfrm>
        <a:off x="1666274" y="2444521"/>
        <a:ext cx="1499646" cy="1665671"/>
      </dsp:txXfrm>
    </dsp:sp>
    <dsp:sp modelId="{C6917C37-E145-4FCA-96CF-359A5B4F0CD4}">
      <dsp:nvSpPr>
        <dsp:cNvPr id="0" name=""/>
        <dsp:cNvSpPr/>
      </dsp:nvSpPr>
      <dsp:spPr>
        <a:xfrm>
          <a:off x="3332548" y="1661323"/>
          <a:ext cx="1499646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82044-E982-43B5-9598-5A379A267636}">
      <dsp:nvSpPr>
        <dsp:cNvPr id="0" name=""/>
        <dsp:cNvSpPr/>
      </dsp:nvSpPr>
      <dsp:spPr>
        <a:xfrm>
          <a:off x="4872185" y="1605299"/>
          <a:ext cx="76648" cy="144155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14990-0A2A-4E39-9A7A-3C2F5B8515B9}">
      <dsp:nvSpPr>
        <dsp:cNvPr id="0" name=""/>
        <dsp:cNvSpPr/>
      </dsp:nvSpPr>
      <dsp:spPr>
        <a:xfrm>
          <a:off x="3765157" y="1344145"/>
          <a:ext cx="634429" cy="63442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</a:t>
          </a:r>
        </a:p>
      </dsp:txBody>
      <dsp:txXfrm>
        <a:off x="3858067" y="1437055"/>
        <a:ext cx="448609" cy="448609"/>
      </dsp:txXfrm>
    </dsp:sp>
    <dsp:sp modelId="{3F24E6C4-CB62-4B1C-9120-BBADDD5D146E}">
      <dsp:nvSpPr>
        <dsp:cNvPr id="0" name=""/>
        <dsp:cNvSpPr/>
      </dsp:nvSpPr>
      <dsp:spPr>
        <a:xfrm>
          <a:off x="3332548" y="2144592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 amplifier and filter into a complete signal chain.</a:t>
          </a:r>
        </a:p>
      </dsp:txBody>
      <dsp:txXfrm>
        <a:off x="3332548" y="2444521"/>
        <a:ext cx="1499646" cy="1665671"/>
      </dsp:txXfrm>
    </dsp:sp>
    <dsp:sp modelId="{8993412A-C4BE-4A0A-950B-26BE59FDECDD}">
      <dsp:nvSpPr>
        <dsp:cNvPr id="0" name=""/>
        <dsp:cNvSpPr/>
      </dsp:nvSpPr>
      <dsp:spPr>
        <a:xfrm>
          <a:off x="4998822" y="1661323"/>
          <a:ext cx="749823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C851E-6F90-4279-A1B5-EA648E289E4D}">
      <dsp:nvSpPr>
        <dsp:cNvPr id="0" name=""/>
        <dsp:cNvSpPr/>
      </dsp:nvSpPr>
      <dsp:spPr>
        <a:xfrm>
          <a:off x="5431431" y="1344145"/>
          <a:ext cx="634429" cy="63442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4</a:t>
          </a:r>
        </a:p>
      </dsp:txBody>
      <dsp:txXfrm>
        <a:off x="5524341" y="1437055"/>
        <a:ext cx="448609" cy="448609"/>
      </dsp:txXfrm>
    </dsp:sp>
    <dsp:sp modelId="{643AB848-BCB4-41E8-8C7A-3FF67FB68E7A}">
      <dsp:nvSpPr>
        <dsp:cNvPr id="0" name=""/>
        <dsp:cNvSpPr/>
      </dsp:nvSpPr>
      <dsp:spPr>
        <a:xfrm>
          <a:off x="4998822" y="2144592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Verify the design using LTspice transient and AC simulations.</a:t>
          </a:r>
        </a:p>
      </dsp:txBody>
      <dsp:txXfrm>
        <a:off x="4998822" y="2444521"/>
        <a:ext cx="1499646" cy="1665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5EF52-E4ED-4189-898F-8B7030D945E3}">
      <dsp:nvSpPr>
        <dsp:cNvPr id="0" name=""/>
        <dsp:cNvSpPr/>
      </dsp:nvSpPr>
      <dsp:spPr>
        <a:xfrm>
          <a:off x="0" y="0"/>
          <a:ext cx="873998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Gain-Bandwidth Product: 110 MHz.</a:t>
          </a:r>
        </a:p>
      </dsp:txBody>
      <dsp:txXfrm>
        <a:off x="23773" y="23773"/>
        <a:ext cx="7795546" cy="764123"/>
      </dsp:txXfrm>
    </dsp:sp>
    <dsp:sp modelId="{7BFE3B69-E2E8-4FE6-89B3-BA63728D51FB}">
      <dsp:nvSpPr>
        <dsp:cNvPr id="0" name=""/>
        <dsp:cNvSpPr/>
      </dsp:nvSpPr>
      <dsp:spPr>
        <a:xfrm>
          <a:off x="731973" y="959245"/>
          <a:ext cx="873998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Slew Rate: 145 V/µs.</a:t>
          </a:r>
        </a:p>
      </dsp:txBody>
      <dsp:txXfrm>
        <a:off x="755746" y="983018"/>
        <a:ext cx="7432881" cy="764123"/>
      </dsp:txXfrm>
    </dsp:sp>
    <dsp:sp modelId="{DC7E449A-3D52-4ADF-8BEB-3688195469D7}">
      <dsp:nvSpPr>
        <dsp:cNvPr id="0" name=""/>
        <dsp:cNvSpPr/>
      </dsp:nvSpPr>
      <dsp:spPr>
        <a:xfrm>
          <a:off x="1453022" y="1918490"/>
          <a:ext cx="873998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High-speed commercial operational amplifier.</a:t>
          </a:r>
        </a:p>
      </dsp:txBody>
      <dsp:txXfrm>
        <a:off x="1476795" y="1942263"/>
        <a:ext cx="7443806" cy="764123"/>
      </dsp:txXfrm>
    </dsp:sp>
    <dsp:sp modelId="{45F6BBBF-1C9B-4D97-8D84-CBEA780376A8}">
      <dsp:nvSpPr>
        <dsp:cNvPr id="0" name=""/>
        <dsp:cNvSpPr/>
      </dsp:nvSpPr>
      <dsp:spPr>
        <a:xfrm>
          <a:off x="2184996" y="2877735"/>
          <a:ext cx="873998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Real SPICE model available for LTspice.</a:t>
          </a:r>
        </a:p>
      </dsp:txBody>
      <dsp:txXfrm>
        <a:off x="2208769" y="2901508"/>
        <a:ext cx="7432881" cy="764123"/>
      </dsp:txXfrm>
    </dsp:sp>
    <dsp:sp modelId="{1E977429-5625-482E-A9E7-C4875DB4E5ED}">
      <dsp:nvSpPr>
        <dsp:cNvPr id="0" name=""/>
        <dsp:cNvSpPr/>
      </dsp:nvSpPr>
      <dsp:spPr>
        <a:xfrm>
          <a:off x="821240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31107" y="621664"/>
        <a:ext cx="290172" cy="397007"/>
      </dsp:txXfrm>
    </dsp:sp>
    <dsp:sp modelId="{59D2C488-23C6-4A90-923B-DB98C937CEEC}">
      <dsp:nvSpPr>
        <dsp:cNvPr id="0" name=""/>
        <dsp:cNvSpPr/>
      </dsp:nvSpPr>
      <dsp:spPr>
        <a:xfrm>
          <a:off x="894437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63081" y="1580910"/>
        <a:ext cx="290172" cy="397007"/>
      </dsp:txXfrm>
    </dsp:sp>
    <dsp:sp modelId="{AE0D6401-E644-4F0F-A0BB-B54DD226F2AA}">
      <dsp:nvSpPr>
        <dsp:cNvPr id="0" name=""/>
        <dsp:cNvSpPr/>
      </dsp:nvSpPr>
      <dsp:spPr>
        <a:xfrm>
          <a:off x="9665424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84130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C4B77-1F27-4615-B15D-CB476F739462}">
      <dsp:nvSpPr>
        <dsp:cNvPr id="0" name=""/>
        <dsp:cNvSpPr/>
      </dsp:nvSpPr>
      <dsp:spPr>
        <a:xfrm>
          <a:off x="0" y="42799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Successfully designed and simulated an analog signal conditioning chain.</a:t>
          </a:r>
        </a:p>
      </dsp:txBody>
      <dsp:txXfrm>
        <a:off x="62141" y="104940"/>
        <a:ext cx="6540815" cy="1148678"/>
      </dsp:txXfrm>
    </dsp:sp>
    <dsp:sp modelId="{1048A6CC-A0F4-4DC3-A225-F6123FB5C2BB}">
      <dsp:nvSpPr>
        <dsp:cNvPr id="0" name=""/>
        <dsp:cNvSpPr/>
      </dsp:nvSpPr>
      <dsp:spPr>
        <a:xfrm>
          <a:off x="0" y="1407919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Theoretical calculations agreed closely with LTspice results.</a:t>
          </a:r>
        </a:p>
      </dsp:txBody>
      <dsp:txXfrm>
        <a:off x="62141" y="1470060"/>
        <a:ext cx="6540815" cy="1148678"/>
      </dsp:txXfrm>
    </dsp:sp>
    <dsp:sp modelId="{2B179787-D339-4321-9C68-378EAF6E6354}">
      <dsp:nvSpPr>
        <dsp:cNvPr id="0" name=""/>
        <dsp:cNvSpPr/>
      </dsp:nvSpPr>
      <dsp:spPr>
        <a:xfrm>
          <a:off x="0" y="2773040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Compared ideal and real op-amp behaviour.</a:t>
          </a:r>
        </a:p>
      </dsp:txBody>
      <dsp:txXfrm>
        <a:off x="62141" y="2835181"/>
        <a:ext cx="6540815" cy="1148678"/>
      </dsp:txXfrm>
    </dsp:sp>
    <dsp:sp modelId="{7BD65B7B-F872-47D0-81B0-0D61FC79453C}">
      <dsp:nvSpPr>
        <dsp:cNvPr id="0" name=""/>
        <dsp:cNvSpPr/>
      </dsp:nvSpPr>
      <dsp:spPr>
        <a:xfrm>
          <a:off x="0" y="4138160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Learned amplifier design, RC filtering and AC analysis.</a:t>
          </a:r>
        </a:p>
      </dsp:txBody>
      <dsp:txXfrm>
        <a:off x="62141" y="4200301"/>
        <a:ext cx="6540815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8882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402" y="-1720"/>
            <a:ext cx="1174698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3812" y="-1291"/>
            <a:ext cx="3607240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7503" y="779920"/>
            <a:ext cx="4967533" cy="4987091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503" y="818984"/>
            <a:ext cx="6594528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Analog Signal Conditioning Using LTspice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2" y="4480038"/>
            <a:ext cx="12176199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370" y="4797188"/>
            <a:ext cx="6049661" cy="1241828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Name: Melvin Dileep Cyriac</a:t>
            </a:r>
          </a:p>
          <a:p>
            <a:pPr algn="r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Student ID: 125EI0015</a:t>
            </a:r>
          </a:p>
          <a:p>
            <a:pPr algn="r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Selected Op-Amp: AD8051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4378" y="1633128"/>
            <a:ext cx="6857572" cy="359132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7EC544-08E0-3706-812A-D075FF89A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795221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0714" y="0"/>
            <a:ext cx="4096144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09058" y="-5008456"/>
            <a:ext cx="2170709" cy="12188825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203" y="348865"/>
            <a:ext cx="9715580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AD8051?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714CD2-FDAB-8FF1-6D66-131CEB150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349214"/>
              </p:ext>
            </p:extLst>
          </p:nvPr>
        </p:nvGraphicFramePr>
        <p:xfrm>
          <a:off x="643888" y="2615979"/>
          <a:ext cx="10924983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Design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0533" y="649480"/>
            <a:ext cx="3024516" cy="5546047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2000"/>
              <a:t>Amplifier Gain: Av = 1 + R2/R1</a:t>
            </a:r>
          </a:p>
          <a:p>
            <a:pPr>
              <a:defRPr sz="2400"/>
            </a:pPr>
            <a:r>
              <a:rPr lang="en-US" sz="2000"/>
              <a:t>Selected values: R1 = 10 k</a:t>
            </a:r>
            <a:r>
              <a:rPr lang="el-GR" sz="2000"/>
              <a:t>Ω, </a:t>
            </a:r>
            <a:r>
              <a:rPr lang="en-US" sz="2000"/>
              <a:t>R2 = 90 k</a:t>
            </a:r>
            <a:r>
              <a:rPr lang="el-GR" sz="2000"/>
              <a:t>Ω.</a:t>
            </a:r>
          </a:p>
          <a:p>
            <a:pPr>
              <a:defRPr sz="2400"/>
            </a:pPr>
            <a:r>
              <a:rPr lang="en-US" sz="2000"/>
              <a:t>Av = 1 + 90k/10k</a:t>
            </a:r>
          </a:p>
          <a:p>
            <a:pPr>
              <a:defRPr sz="2400"/>
            </a:pPr>
            <a:r>
              <a:rPr lang="en-US" sz="2000"/>
              <a:t>Low-pass filter: fc = 1/(2</a:t>
            </a:r>
            <a:r>
              <a:rPr lang="el-GR" sz="2000"/>
              <a:t>π</a:t>
            </a:r>
            <a:r>
              <a:rPr lang="en-US" sz="2000"/>
              <a:t>RC)</a:t>
            </a:r>
          </a:p>
          <a:p>
            <a:pPr>
              <a:defRPr sz="2400"/>
            </a:pPr>
            <a:r>
              <a:rPr lang="en-US" sz="2000"/>
              <a:t>Selected values: R = 10 k</a:t>
            </a:r>
            <a:r>
              <a:rPr lang="el-GR" sz="2000"/>
              <a:t>Ω, </a:t>
            </a:r>
            <a:r>
              <a:rPr lang="en-US" sz="2000"/>
              <a:t>C = 15.9 nF --&gt; fc = 1 kHz.</a:t>
            </a:r>
          </a:p>
          <a:p>
            <a:pPr>
              <a:defRPr sz="2400"/>
            </a:pP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Simulation Results (SIM-2)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0533" y="649480"/>
            <a:ext cx="3024516" cy="5546047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2000"/>
              <a:t>Input: 100 mV at 100 Hz (0.1fc).</a:t>
            </a:r>
          </a:p>
          <a:p>
            <a:pPr>
              <a:defRPr sz="2400"/>
            </a:pPr>
            <a:r>
              <a:rPr lang="en-US" sz="2000"/>
              <a:t>Amplifier output ≈ 1 V peak.</a:t>
            </a:r>
          </a:p>
          <a:p>
            <a:pPr>
              <a:defRPr sz="2400"/>
            </a:pPr>
            <a:r>
              <a:rPr lang="en-US" sz="2000"/>
              <a:t>RC filter caused negligible attenuation.</a:t>
            </a:r>
          </a:p>
          <a:p>
            <a:pPr>
              <a:defRPr sz="2400"/>
            </a:pPr>
            <a:r>
              <a:rPr lang="en-US" sz="2000"/>
              <a:t>The purpose of this simulation was to check if the amplifier and filter work correctly at a low frequency, which is </a:t>
            </a:r>
            <a:r>
              <a:rPr lang="en-US" sz="2000" b="1"/>
              <a:t>100 Hz</a:t>
            </a:r>
            <a:r>
              <a:rPr lang="en-US" sz="2000"/>
              <a:t>. Our filter was designed with a cutoff frequency of </a:t>
            </a:r>
            <a:r>
              <a:rPr lang="en-US" sz="2000" b="1"/>
              <a:t>1 kHz</a:t>
            </a: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B6C83-DB11-7948-36FD-48AC18022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68" y="2405236"/>
            <a:ext cx="4077325" cy="23458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180" y="586855"/>
            <a:ext cx="4228999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Simulation Results (SIM-5)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1464" y="649480"/>
            <a:ext cx="4861181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/>
            </a:pPr>
            <a:r>
              <a:rPr lang="en-US" sz="2000"/>
              <a:t>Passband gain ≈ 20 dB. (20log10​(10)=20 dB)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2000"/>
              <a:t>Cutoff frequency ≈ 1 kHz.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2000"/>
              <a:t>Gain decreases above cutoff frequency.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2000"/>
              <a:t>SIM-5 is an AC sweep of the complete signal chain. Instead of testing one frequency, LTspice automatically tests many frequencies from 10 Hz to 100 kHz and shows how the circuit responds.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2000"/>
              <a:t>Green line- This is the output of the amplifier before the RC filter. Because the amplifier has a gain of 10. 20log10​(10)=20 dB 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2000"/>
              <a:t>Blue line- This is the output after the RC low-pass filter. At low frequencies, it is almost the same as the amplifier output. As the frequency increases, it starts getting smaller.</a:t>
            </a:r>
          </a:p>
          <a:p>
            <a:pPr>
              <a:lnSpc>
                <a:spcPct val="90000"/>
              </a:lnSpc>
              <a:defRPr sz="2400"/>
            </a:pP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CD0F9-5409-F56F-8726-92DCD179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69" y="2767106"/>
            <a:ext cx="28800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 5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42F035-3213-8A64-AAED-C989D915B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1255" y="3103926"/>
            <a:ext cx="7223866" cy="65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180" y="586855"/>
            <a:ext cx="4228999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1464" y="649480"/>
            <a:ext cx="4861181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/>
            </a:pPr>
            <a:r>
              <a:rPr lang="en-US" sz="1700"/>
              <a:t>Theoretical gain = 10; Simulation ≈ 10.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1700"/>
              <a:t>The RC filter (R = 10 kΩ, C = 15.9 nF) was designed with a cutoff frequency of about 1 kHz. Signals below 1 kHz passed through almost unchanged, while signals above 1 kHz became weaker. This shows that the filter successfully removes high-frequency noise while allowing the useful low-frequency signal to pass.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1700"/>
              <a:t>The non-inverting amplifier successfully achieved the designed voltage gain of 10 (+20 dB) using R1 = 10 kΩ and R2 = 90 kΩ. Both theoretical calculations and LTspice simulations showed an output of approximately 1 V from a 100 mV input, confirming the amplifier design.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1700"/>
              <a:t>Passband gain ≈ 20 dB.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1700"/>
              <a:t>Filter cutoff ≈ 1 kHz.</a:t>
            </a:r>
          </a:p>
          <a:p>
            <a:pPr>
              <a:lnSpc>
                <a:spcPct val="90000"/>
              </a:lnSpc>
              <a:defRPr sz="2400"/>
            </a:pPr>
            <a:r>
              <a:rPr lang="en-US" sz="1700"/>
              <a:t>Real AD8051 shows finite bandwidth unlike the ideal op-amp.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280D7-6FD9-C1A7-7AA1-68229DF15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778034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537</Words>
  <Application>Microsoft Office PowerPoint</Application>
  <PresentationFormat>Custom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Analog Signal Conditioning Using LTspice</vt:lpstr>
      <vt:lpstr>Project Objective</vt:lpstr>
      <vt:lpstr>Why AD8051?</vt:lpstr>
      <vt:lpstr>Design Calculations</vt:lpstr>
      <vt:lpstr>Simulation Results (SIM-2)</vt:lpstr>
      <vt:lpstr>Simulation Results (SIM-5)</vt:lpstr>
      <vt:lpstr>Sim 5 graph</vt:lpstr>
      <vt:lpstr>Results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Melvin Dileep</dc:creator>
  <cp:keywords/>
  <dc:description>generated using python-pptx</dc:description>
  <cp:lastModifiedBy>Melvin Dileep</cp:lastModifiedBy>
  <cp:revision>2</cp:revision>
  <dcterms:created xsi:type="dcterms:W3CDTF">2013-01-27T09:14:16Z</dcterms:created>
  <dcterms:modified xsi:type="dcterms:W3CDTF">2026-06-28T15:58:33Z</dcterms:modified>
  <cp:category/>
</cp:coreProperties>
</file>